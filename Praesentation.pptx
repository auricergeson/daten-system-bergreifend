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91440"/>
            <a:ext cx="8522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LF8-Abschlussprojekt  ·  Daten systemübergreifend bereitstellen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47472" y="54864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Lernmaterial</a:t>
            </a:r>
            <a:endParaRPr lang="en-US" sz="6000" dirty="0"/>
          </a:p>
          <a:p>
            <a:pPr indent="0" marL="0">
              <a:buNone/>
            </a:pPr>
            <a:r>
              <a:rPr lang="en-US" sz="60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verwaltung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47472" y="26517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Zentrales Materialmanagementsystem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Python &amp; MySQL-Basis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897880" y="502920"/>
            <a:ext cx="288036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502920"/>
            <a:ext cx="54864" cy="329184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6583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LERNFELD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35040" y="859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 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444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16459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– Mai 2026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35040" y="2231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GESAMTAUFWAND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24323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Stunden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30175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321868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SQLAlchemy · MySQL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" y="473659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 ·  Azubi Anwendungsentwickler  ·  Mai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9520" y="4727448"/>
            <a:ext cx="1234440" cy="27432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473659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Berufsschule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14400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0016" y="914400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0016" y="914400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058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6944" y="1005840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 &amp; Funktionen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" y="1664208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1664208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7556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175564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Aufgabenstellung &amp; Zielsetzung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0016" y="1664208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0016" y="1664208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7556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66944" y="1755648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 &amp; Lösungen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47472" y="2414016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2414016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14400" y="250545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Projektplanung &amp; Prozessschritte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0016" y="2414016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2414016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5054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66944" y="2505456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Soll-Ist-Vergleich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7472" y="3163824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163824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255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325526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Lösungskonzept &amp; Entscheidungen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00016" y="3163824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0016" y="3163824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32552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66944" y="3255264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7472" y="3913632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7472" y="3913632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005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14400" y="400507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Datenbankdesign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00016" y="3913632"/>
            <a:ext cx="4169664" cy="56692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00016" y="3913632"/>
            <a:ext cx="54864" cy="56692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40050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66944" y="4005072"/>
            <a:ext cx="3511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Reflexion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68680"/>
            <a:ext cx="8522208" cy="713232"/>
          </a:xfrm>
          <a:prstGeom prst="rect">
            <a:avLst/>
          </a:prstGeom>
          <a:solidFill>
            <a:srgbClr val="FFF0EF"/>
          </a:solidFill>
          <a:ln w="12700">
            <a:solidFill>
              <a:srgbClr val="F0C8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68680"/>
            <a:ext cx="54864" cy="71323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868680"/>
            <a:ext cx="8293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„Unterrichtsmaterialien werden per E-Mail verteilt, auf verschiedenen Computern abgelegt — ohne zentrale Verwaltung, ohne Suche, ohne Versionierung."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273100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37360"/>
            <a:ext cx="2731008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874520"/>
            <a:ext cx="2474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Dezentrale Ablage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2064" y="2359152"/>
            <a:ext cx="2474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Lehrkraft nutzt eine eigene Ordnerstruktur — kein einheitliches System.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33928" y="1737360"/>
            <a:ext cx="273100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33928" y="1737360"/>
            <a:ext cx="2731008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8520" y="1874520"/>
            <a:ext cx="2474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Suchfunktion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98520" y="2359152"/>
            <a:ext cx="2474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sind schwer auffindbar. Nur wer den genauen Dateinamen kennt, findet die Datei.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0384" y="1737360"/>
            <a:ext cx="273100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0384" y="1737360"/>
            <a:ext cx="2731008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4976" y="1874520"/>
            <a:ext cx="2474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Versionschaos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84976" y="2359152"/>
            <a:ext cx="2474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Überarbeitungen werden nicht nachverfolgt — veraltete Versionen zirkulieren weiter.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Aufgabenstellung &amp; Zielsetzung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FUNKTIONALE ZIELE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16152"/>
            <a:ext cx="32004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1615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234440"/>
            <a:ext cx="3739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Materialien hochladen, herunterladen &amp; durchsuchen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837944"/>
            <a:ext cx="32004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3794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1856232"/>
            <a:ext cx="3739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Kommentarfunktion für Lehrkräfte &amp; Azubis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" y="2459736"/>
            <a:ext cx="32004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45973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2478024"/>
            <a:ext cx="3739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Benutzerverwaltung mit Rollen (Lehrer, Azubi, Admin)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3081528"/>
            <a:ext cx="32004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08152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099816"/>
            <a:ext cx="3739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SQL-Abfragen mit Aggregation, JOINs &amp; Filtern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" y="3703320"/>
            <a:ext cx="32004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70332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721608"/>
            <a:ext cx="3739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 CLI-Ausgabe mit rich-Bibliothek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45736" y="868680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IM SCOPE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45736" y="1216152"/>
            <a:ext cx="4123944" cy="272491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1344168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Bewusst ausgegrenzt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82896" y="170992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02936" y="1746504"/>
            <a:ext cx="3575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Web-Oberfläche — außerhalb des LF8-Rahmens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82896" y="23682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02936" y="2404872"/>
            <a:ext cx="3575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Echtzeitsynchronisation zwischen Clients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82896" y="302666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202936" y="3063240"/>
            <a:ext cx="3575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Datensicherung / Backup-System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Projektplanung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" y="868680"/>
            <a:ext cx="14173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" y="868680"/>
            <a:ext cx="1417320" cy="5486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" y="960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6092" y="1216152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" y="174650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(geplant)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80260" y="125272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1428" y="868680"/>
            <a:ext cx="1417320" cy="1188720"/>
          </a:xfrm>
          <a:prstGeom prst="rect">
            <a:avLst/>
          </a:prstGeom>
          <a:solidFill>
            <a:srgbClr val="FFF0EF"/>
          </a:solidFill>
          <a:ln w="25400">
            <a:solidFill>
              <a:srgbClr val="C820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1428" y="868680"/>
            <a:ext cx="1417320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54580" y="960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54580" y="1216152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54580" y="174650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(geplant)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98748" y="125272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99916" y="868680"/>
            <a:ext cx="14173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9916" y="868680"/>
            <a:ext cx="1417320" cy="5486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3068" y="960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73068" y="1216152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Implementierung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73068" y="174650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 (geplant)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17236" y="125272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18404" y="868680"/>
            <a:ext cx="14173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18404" y="868680"/>
            <a:ext cx="1417320" cy="5486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1556" y="960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91556" y="1216152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1556" y="174650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(geplant)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35724" y="1252728"/>
            <a:ext cx="201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36892" y="868680"/>
            <a:ext cx="14173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36892" y="868680"/>
            <a:ext cx="1417320" cy="54864"/>
          </a:xfrm>
          <a:prstGeom prst="rect">
            <a:avLst/>
          </a:prstGeom>
          <a:solidFill>
            <a:srgbClr val="E4E4E4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10044" y="960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10044" y="1216152"/>
            <a:ext cx="1271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10044" y="174650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 (geplant)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" y="2240280"/>
            <a:ext cx="8522208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2240280"/>
            <a:ext cx="54864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2240280"/>
            <a:ext cx="8293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DB-first?  </a:t>
            </a:r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Datenbankdesign vor Implementierung abgeschlossen — Schema-first verhindert späteren Refactoring-Aufwand.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47472" y="2926080"/>
            <a:ext cx="2731008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017520"/>
            <a:ext cx="2548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PROJEKTSTART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273552"/>
            <a:ext cx="254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April 2026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233928" y="2926080"/>
            <a:ext cx="2731008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43656" y="3017520"/>
            <a:ext cx="2548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343656" y="3273552"/>
            <a:ext cx="254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 Mai 2026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20384" y="2926080"/>
            <a:ext cx="2731008" cy="82296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0112" y="3017520"/>
            <a:ext cx="2548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GESAMTPLANUNG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30112" y="3273552"/>
            <a:ext cx="2548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Stunden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Lösungskonzept &amp; Entscheidungen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68680"/>
          <a:ext cx="8522208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463040"/>
                <a:gridCol w="1463040"/>
                <a:gridCol w="1463040"/>
                <a:gridCol w="157276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Ansatz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Versionierung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Suchfunktion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DB-Anbindung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Zeitaufwand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Freigegebener Ordner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Excel-Tabelle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Web-Anwendung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Sehr hoch — außerhalb LF8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+ Python + MySQL 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 — LF8-konform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E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47472" y="3337560"/>
            <a:ext cx="8522208" cy="77724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3337560"/>
            <a:ext cx="54864" cy="77724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2064" y="3337560"/>
            <a:ext cx="82936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Entscheidung:  </a:t>
            </a:r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CLI-Anwendung mit Python, SQLAlchemy &amp; MySQL — Datenbanklogik-fokussiert, LF8-konform, im Zeitrahmen umsetzbar.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68680"/>
            <a:ext cx="34747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68680"/>
            <a:ext cx="54864" cy="71323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Tabellen in 3. Normalform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17957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benutzer · themengebiet · kategorie · tag · material · kommentar · material_tag · version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801368"/>
            <a:ext cx="3474720" cy="84124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801368"/>
            <a:ext cx="54864" cy="84124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47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in eigener Tabelle (1NF)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11226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Statt kommaseparierter Werte — korrekte Normalisierung verhindert Anomalien.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441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2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material_tag (N:M-Beziehung)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734056"/>
            <a:ext cx="3474720" cy="841248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734056"/>
            <a:ext cx="54864" cy="841248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779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Dualer Dateispeicher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044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&lt; 1 MB → LONGBLOB in DB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Dateien ≥ 1 MB → Dateisystem (app/uploads/)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3374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2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is_in_database (BOOLEAN Flag)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666744"/>
            <a:ext cx="34747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66744"/>
            <a:ext cx="54864" cy="71323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712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für Versionierung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" y="39776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MySQL-Trigger erstellt bei jeder Änderung automatisch einen Eintrag in der version-Tabelle.</a:t>
            </a:r>
            <a:endParaRPr lang="en-US" sz="1100" dirty="0"/>
          </a:p>
        </p:txBody>
      </p:sp>
      <p:pic>
        <p:nvPicPr>
          <p:cNvPr id="24" name="Image 0" descr="C:\Users\Auric\Desktop\Auric\Schule\daten-system-bergreifend\lernmaterialverwaltu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0792" y="868680"/>
            <a:ext cx="4818888" cy="36118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050792" y="4553712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· Erstellt mit DBeaver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Systemarchitektur &amp; Funktionen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68680"/>
            <a:ext cx="40233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68680"/>
            <a:ext cx="54864" cy="7132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23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216152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CLI-Oberfläche &amp; Benutzerinteraktion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90672" y="923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15.0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76272" y="158191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7472" y="1801368"/>
            <a:ext cx="4023360" cy="713232"/>
          </a:xfrm>
          <a:prstGeom prst="rect">
            <a:avLst/>
          </a:prstGeom>
          <a:solidFill>
            <a:srgbClr val="F3E5F5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801368"/>
            <a:ext cx="54864" cy="71323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1856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2148840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Geschäftslogik, CRUD, SQL-Abfragen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90672" y="18562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76272" y="251460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" y="2734056"/>
            <a:ext cx="40233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2734056"/>
            <a:ext cx="54864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88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database.py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" y="308152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Verbindungsmanagement &amp; ORM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90672" y="2788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PyMySQL · MySQL 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3657600"/>
            <a:ext cx="4023360" cy="64008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94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SQL-ABFRAGEN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AVG · INNER JOIN · Multi-JOIN · JOIN+COUNT · Volltextsuche mit WHERE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45152" y="868680"/>
            <a:ext cx="4224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FUNKTIONEN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45152" y="1188720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1188720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2252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Material hochladen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30568" y="1188720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30568" y="1188720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0296" y="1225296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Material herunterladen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45152" y="1938528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5152" y="1938528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9751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Suche &amp; Filter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30568" y="1938528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30568" y="1938528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0296" y="197510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Material löschen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45152" y="2688336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2688336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7249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Kommentare verwalten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830568" y="2688336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30568" y="2688336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0296" y="272491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Listen &amp; Übersichten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645152" y="3438144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45152" y="3438144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474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SQL-Abfragen ausführen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30568" y="3438144"/>
            <a:ext cx="2039112" cy="530352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30568" y="3438144"/>
            <a:ext cx="45720" cy="530352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0296" y="34747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Einträge erstellen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 &amp; Lösungen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68680"/>
            <a:ext cx="41239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868680"/>
            <a:ext cx="4123944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92354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1179576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Automap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" y="1691640"/>
            <a:ext cx="658368" cy="219456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6916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1947672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automap_base() erkannte Fremdschlüsselbeziehungen nicht korrekt — führte zu Laufzeitfehlern bei JOINs.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" y="2624328"/>
            <a:ext cx="3867912" cy="274320"/>
          </a:xfrm>
          <a:prstGeom prst="rect">
            <a:avLst/>
          </a:prstGeom>
          <a:solidFill>
            <a:srgbClr val="FFF0EF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2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automap_base()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3017520"/>
            <a:ext cx="658368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017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4632" y="3273552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Definition mit relationship() und expliziten foreign_keys=[]-Parametern. Dokumentation vertieft studiert.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" y="3959352"/>
            <a:ext cx="3867912" cy="27432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relationship()  |  foreign_keys=[]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45736" y="868680"/>
            <a:ext cx="4123944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45736" y="868680"/>
            <a:ext cx="4123944" cy="7132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923544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 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82896" y="1179576"/>
            <a:ext cx="3941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Datei-Upload Kodierung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82896" y="1691640"/>
            <a:ext cx="658368" cy="219456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2896" y="16916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82896" y="1947672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Einlesen von Binärdateien (PDF, DOCX) trat UnicodeDecodeError auf — Dateien wurden im Textmodus geöffnet.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82896" y="2624328"/>
            <a:ext cx="3867912" cy="274320"/>
          </a:xfrm>
          <a:prstGeom prst="rect">
            <a:avLst/>
          </a:prstGeom>
          <a:solidFill>
            <a:srgbClr val="FFF0EF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20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open(path, "r")  →  Fehler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82896" y="3017520"/>
            <a:ext cx="658368" cy="21945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301752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82896" y="3273552"/>
            <a:ext cx="3867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Konsequenter Wechsel zum Binärmodus für alle Dateioperationen (Upload &amp; Download).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82896" y="3959352"/>
            <a:ext cx="3867912" cy="27432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open(path, "rb")  →  Korrekt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Soll-Ist-Vergleich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868680"/>
          <a:ext cx="4114800" cy="361188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731520"/>
                <a:gridCol w="731520"/>
              </a:tblGrid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Analyse &amp; Planung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Datenbankdesign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Implementierung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&amp; Debugging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9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Gesamt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2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 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45152" y="868680"/>
            <a:ext cx="4224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Zeitplanung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645152" y="1170432"/>
            <a:ext cx="42245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pPr indent="0" marL="0">
              <a:buNone/>
            </a:pPr>
            <a:r>
              <a:rPr lang="en-US" sz="7200" b="1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pPr indent="0" marL="0">
              <a:buNone/>
            </a:pPr>
            <a:r>
              <a:rPr lang="en-US" sz="72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4645152" y="2240280"/>
            <a:ext cx="4224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645152" y="2651760"/>
            <a:ext cx="1371600" cy="54864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45152" y="2651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+23 %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108192" y="265176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Mehraufwand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45152" y="3337560"/>
            <a:ext cx="4224528" cy="100584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45152" y="3337560"/>
            <a:ext cx="54864" cy="100584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73168" y="3383280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HAUPTURSACHEN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73168" y="3657600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SQLAlchemy-Lernkurve (automap, relationships) &amp; erhöhter Debugging-Aufwand beim Datei-Upload haben die Implementierungsphase um 3 Stunden verlängert.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868680"/>
            <a:ext cx="2731008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68680"/>
            <a:ext cx="2731008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60120"/>
            <a:ext cx="2548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8912" y="1783080"/>
            <a:ext cx="254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implementiert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2639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· Download · Suche · Löschen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Kommentare · Listen · SQL · Erstellen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3928" y="868680"/>
            <a:ext cx="2731008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3928" y="868680"/>
            <a:ext cx="2731008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5368" y="960120"/>
            <a:ext cx="2548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3325368" y="1783080"/>
            <a:ext cx="254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Abfragetypen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79648" y="2240280"/>
            <a:ext cx="2639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· AVG · INNER JOIN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Multi-JOIN · JOIN+COUNT · Volltextsuche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0384" y="868680"/>
            <a:ext cx="2731008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E4E4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0384" y="868680"/>
            <a:ext cx="2731008" cy="54864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1824" y="960120"/>
            <a:ext cx="2548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6211824" y="1783080"/>
            <a:ext cx="2548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Datenbank-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6104" y="2240280"/>
            <a:ext cx="26395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Normalform · 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N:M-Beziehungen · Dual-Storage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834640"/>
            <a:ext cx="8522208" cy="17373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" y="2944368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" y="2944368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96696" y="2944368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53312" y="2926080"/>
            <a:ext cx="7424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app/main.py  —  Lernmaterialverwaltung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3218688"/>
            <a:ext cx="8522208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29184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┌────┬────────────────────────────┬──────────────────┬────────────┬───────────┐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" y="345186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ID │ Titel                       │ Fach             │ Kategorie  │ Größe     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38912" y="361188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├────┼────────────────────────────┼──────────────────┼────────────┼───────────┤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" y="377190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1 │ Python Grundlagen           │ Programmierung   │ Skript     │ 285 KB    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" y="393192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2 │ SQL-Abfragen erklärt        │ Datenbanken      │ Übung      │ 1.2 MB    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8912" y="409194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3 │ Netzwerkprotokolle OSI      │ Netzwerke        │ Folie      │ 450 KB    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38912" y="425196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└────┴────────────────────────────┴──────────────────┴────────────┴───────────┘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" y="4411980"/>
            <a:ext cx="8385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 3 Materialien gefunden  ·  Datenbankverbindung aktiv  ·  MySQL 8.0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8201A"/>
          </a:solidFill>
          <a:ln w="12700">
            <a:solidFill>
              <a:srgbClr val="C82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0" y="9144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55448"/>
            <a:ext cx="7516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Fazit &amp; Reflexion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731520"/>
            <a:ext cx="8522208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6868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HAT FUNKTIONIERT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1216152"/>
            <a:ext cx="347472" cy="402336"/>
          </a:xfrm>
          <a:prstGeom prst="rect">
            <a:avLst/>
          </a:prstGeom>
          <a:solidFill>
            <a:srgbClr val="1A3A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1615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1216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DB-first Ansatz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" y="15087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Klares Schema vor Implementierung hat Refactoring verhindert.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2221992"/>
            <a:ext cx="347472" cy="402336"/>
          </a:xfrm>
          <a:prstGeom prst="rect">
            <a:avLst/>
          </a:prstGeom>
          <a:solidFill>
            <a:srgbClr val="1A3A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221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" y="2221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Drei-Schichten-Architektur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" y="25146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Saubere Trennung macht Änderungen lokal und beherrschbar.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" y="3227832"/>
            <a:ext cx="347472" cy="402336"/>
          </a:xfrm>
          <a:prstGeom prst="rect">
            <a:avLst/>
          </a:prstGeom>
          <a:solidFill>
            <a:srgbClr val="1A3A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22783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C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" y="3227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rich-Bibliothek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35204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Professionelle CLI-Ausgabe ohne großen Aufwand.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45736" y="868680"/>
            <a:ext cx="4123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ICH ÄNDERN WÜRDE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45736" y="1216152"/>
            <a:ext cx="347472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21615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12161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SQLAlchemy-Docs früher lesen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66360" y="150876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Hätte 3 Stunden Debugging gespart.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45736" y="2221992"/>
            <a:ext cx="347472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45736" y="222199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66360" y="22219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Zeitpuffer einplanen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25146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Unbekannte Technologien direkt in Planung einkalkulieren.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45736" y="3227832"/>
            <a:ext cx="347472" cy="402336"/>
          </a:xfrm>
          <a:prstGeom prst="rect">
            <a:avLst/>
          </a:prstGeom>
          <a:solidFill>
            <a:srgbClr val="1A1A2E"/>
          </a:solidFill>
          <a:ln w="12700">
            <a:solidFill>
              <a:srgbClr val="5555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45736" y="322783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166360" y="3227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Web-Oberfläche ergänzen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66360" y="352044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 Zugänglichkeit ohne CLI — nächster Schritt.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7472" y="4224528"/>
            <a:ext cx="8522208" cy="0"/>
          </a:xfrm>
          <a:prstGeom prst="line">
            <a:avLst/>
          </a:prstGeom>
          <a:noFill/>
          <a:ln w="25400">
            <a:solidFill>
              <a:srgbClr val="C820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15968"/>
            <a:ext cx="6693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„Strukturierte Datenbankplanung reduziert den Implementierungsaufwand — Zeitplanung mit unbekannten Technologien muss realistischer sein."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0" y="43159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2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Vielen Dank — Fragen?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47472" y="47365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Auric Ergeson · Lernmaterialverwaltung · LF8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858000" y="4736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Lernmaterialverwaltung — LF8 Präsentation</dc:title>
  <dc:subject>PptxGenJS Presentation</dc:subject>
  <dc:creator>Auric Ergeson</dc:creator>
  <cp:lastModifiedBy>Auric Ergeson</cp:lastModifiedBy>
  <cp:revision>1</cp:revision>
  <dcterms:created xsi:type="dcterms:W3CDTF">2026-06-03T20:42:31Z</dcterms:created>
  <dcterms:modified xsi:type="dcterms:W3CDTF">2026-06-03T20:42:31Z</dcterms:modified>
</cp:coreProperties>
</file>